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TỐI ƯU HÓA 95% THỜI GIAN NHẬN ĐƠN NHỜ QUY TRÌNH 3 BƯỚC CHUẨN HÓA</a:t>
            </a:r>
          </a:p>
          <a:p>
            <a:pPr>
              <a:defRPr sz="1600">
                <a:solidFill>
                  <a:srgbClr val="F97316"/>
                </a:solidFill>
              </a:defRPr>
            </a:pPr>
            <a:r>
              <a:t>Hướng dẫn thao tác nhanh dành cho Shipper tại kho FastMove (Ứng dụng Miller's Law tối đa 3 ý/slide)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377440"/>
            <a:ext cx="320040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BƯỚC 1: QUÉT MÃ</a:t>
            </a:r>
          </a:p>
          <a:p>
            <a:br/>
            <a:pPr algn="l">
              <a:defRPr sz="1400">
                <a:solidFill>
                  <a:srgbClr val="FFFFFF"/>
                </a:solidFill>
              </a:defRPr>
            </a:pPr>
            <a:r>
              <a:t>• Quét mã vận đơn nhận diện tuyến</a:t>
            </a:r>
            <a:br/>
            <a:r>
              <a:t>• Kiểm tra trạng thái đơn hợp lệ</a:t>
            </a:r>
            <a:br/>
            <a:r>
              <a:t>• Phân loại theo khu vực giao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377440"/>
            <a:ext cx="320040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BƯỚC 2: TRA CỨU CƯỚC</a:t>
            </a:r>
          </a:p>
          <a:p>
            <a:br/>
            <a:pPr algn="l">
              <a:defRPr sz="1400">
                <a:solidFill>
                  <a:srgbClr val="FFFFFF"/>
                </a:solidFill>
              </a:defRPr>
            </a:pPr>
            <a:r>
              <a:t>• Tự động đối soát bảng giá qua VLOOKUP</a:t>
            </a:r>
            <a:br/>
            <a:r>
              <a:t>• Xác nhận phí vận chuyển tức thì</a:t>
            </a:r>
            <a:br/>
            <a:r>
              <a:t>• Loại bỏ hoàn toàn tra cứu thủ công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377440"/>
            <a:ext cx="320040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BƯỚC 3: BÀN GIAO ĐƠN</a:t>
            </a:r>
          </a:p>
          <a:p>
            <a:br/>
            <a:pPr algn="l">
              <a:defRPr sz="1400">
                <a:solidFill>
                  <a:srgbClr val="FFFFFF"/>
                </a:solidFill>
              </a:defRPr>
            </a:pPr>
            <a:r>
              <a:t>• Ký nhận bàn giao đơn với shipper</a:t>
            </a:r>
            <a:br/>
            <a:r>
              <a:t>• Cập nhật trạng thái thời gian thực</a:t>
            </a:r>
            <a:br/>
            <a:r>
              <a:t>• Xuất kho và bắt đầu lộ trình giao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